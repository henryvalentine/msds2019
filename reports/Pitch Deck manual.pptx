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2" r:id="rId1"/>
  </p:sldMasterIdLst>
  <p:notesMasterIdLst>
    <p:notesMasterId r:id="rId12"/>
  </p:notesMasterIdLst>
  <p:sldIdLst>
    <p:sldId id="256" r:id="rId2"/>
    <p:sldId id="372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74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anva Sans Bold" panose="020B0604020202020204" charset="0"/>
      <p:regular r:id="rId19"/>
    </p:embeddedFont>
    <p:embeddedFont>
      <p:font typeface="Corbel" panose="020B0503020204020204" pitchFamily="34" charset="0"/>
      <p:regular r:id="rId20"/>
      <p:bold r:id="rId21"/>
      <p:italic r:id="rId22"/>
      <p:boldItalic r:id="rId23"/>
    </p:embeddedFont>
  </p:embeddedFontLst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83" autoAdjust="0"/>
    <p:restoredTop sz="94622" autoAdjust="0"/>
  </p:normalViewPr>
  <p:slideViewPr>
    <p:cSldViewPr>
      <p:cViewPr varScale="1">
        <p:scale>
          <a:sx n="71" d="100"/>
          <a:sy n="71" d="100"/>
        </p:scale>
        <p:origin x="58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4885C-A42C-4B24-813E-72F2AC54A721}" type="datetimeFigureOut">
              <a:rPr lang="lt-LT" smtClean="0"/>
              <a:t>2026-06-05</a:t>
            </a:fld>
            <a:endParaRPr lang="lt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A3725-369C-4578-B947-86A70BD0F8C9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31845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BC1A-F0B1-4E87-AEE7-69FBD8CDA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C5845-1BEC-490D-B905-87D3D0307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16831-55D1-4ADA-8EEA-26A1A6728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D96A1-FC54-4CAE-B402-3C05E3287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8614D-1B26-4F88-A069-4515EA24A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74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AAD5-9B4A-4723-9394-C4A9D75FC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16977-8C47-4F34-A487-397D7E86B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EF8A3-3B7A-461C-B8EC-4BAA46E0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7FFF2-749E-43F3-AEC8-795DD408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A1221-DFCF-4FB5-9B2A-7BF2D48F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31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1B8F-1439-4AB6-A27C-992EEE90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A2F5C-F14A-4FEE-864F-742545646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7A3DB-8B94-4834-B35C-A6568F5E1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B406B-7398-4FB2-B700-74BF1A3D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C1095-E4B2-45D8-8572-44C7457D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F9011-AB1D-4170-B0DD-AD8E0ECE9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3938D-19B7-4261-BB39-892C4CA8E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3C2ED-0F23-492C-8711-E471F33DE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7AB99-B4B9-420E-99F3-E0C3FD44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E922E-BF97-4841-A96E-F44BDA6B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C6918-0C9D-47A9-A7EE-F9DD0A23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3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A49C-CFC4-4F09-894C-9030FCD20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60698-3C6C-4811-B164-7B37140E3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75DE2-6ABA-43DC-B3F2-CEACF3AA9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9E5E70-6484-4255-82C0-9BDEB579A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84CA10-9734-47F1-91CA-B1F6B2DAA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66D1B-5C5C-4412-82E0-D2B93417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616E4-CA40-4E59-9ECD-53A7EDF8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47CF0-1A24-4EF3-A63D-66780BE9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3F85-7A57-4826-9DC1-FB65F17C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45B3B-FF91-4FDE-8971-6374410C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59D1-D4ED-4885-BDD9-007296793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7908E-DDB1-497C-B745-812125DF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7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199BC0-E784-4996-8CCE-D79B9CC52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1CB404-E960-4B03-8561-ACD08CBCE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F8493-D5C5-41C3-A352-3D59BBFA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4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E68B-7283-435E-AF6F-8D9E25863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D45A8-D19F-4BC7-9893-A2FDD4275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FCF03-3A59-46DB-865E-29FD81C20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06998-9FAD-4D59-9A07-A84E80B38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A7B53-3FF3-4397-AE0C-5886673D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A926B-88DB-4DA2-8C8E-C7239186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2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ED1E-3CEC-40BF-A1C8-FFEB02C9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8154ED-9858-407F-8C27-62418659B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DD458-1F74-485B-BB2D-6C2E54C53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C7275-EBC6-4C05-80A4-0734681C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9A955-BD57-474B-B896-4F1CBE70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09743-5A3A-41A6-95D7-7E74DA20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9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C35D9-DB02-4FEA-967E-E373D84F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908E2-46D4-4DC9-8FCA-D4507C5EB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2C0EF-DA58-4AA4-8FE0-F8438348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F540D-A55A-4D2E-B21F-F5A304E5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B4368-EEE7-4291-8DEE-CA36ADD4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91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82703B-16AC-4CE7-865C-584133490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7F2A6-EBC3-4457-9378-877264CF6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F0D95-D492-4DE8-847C-F32991C5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1BF6B-0D56-4C18-A277-D58386C73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DBC25-3EF2-4B81-9A9F-29D7396C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9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971CAF-0784-492C-A371-79EAE2520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B0D03-9191-4827-B9F6-359D68B54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4D8D6-AEFD-4B28-B6C4-C7DEB8A014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D19D4-AC4D-4C43-826C-73EF8F046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C7E48-4B1A-40C2-91A4-7CEE0A050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64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F91C59A-7E3F-4AD0-A142-A4DAEEFDDE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4223" y="8496300"/>
            <a:ext cx="4311547" cy="12277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FE0675-5816-479D-A34D-C1D410DF9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43" y="0"/>
            <a:ext cx="18293443" cy="11162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248" y="771574"/>
            <a:ext cx="9525" cy="5366575"/>
          </a:xfrm>
          <a:custGeom>
            <a:avLst/>
            <a:gdLst/>
            <a:ahLst/>
            <a:cxnLst/>
            <a:rect l="l" t="t" r="r" b="b"/>
            <a:pathLst>
              <a:path w="9525" h="5366575">
                <a:moveTo>
                  <a:pt x="0" y="0"/>
                </a:moveTo>
                <a:lnTo>
                  <a:pt x="9525" y="0"/>
                </a:lnTo>
                <a:lnTo>
                  <a:pt x="9525" y="5366576"/>
                </a:lnTo>
                <a:lnTo>
                  <a:pt x="0" y="536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3032" y="1409700"/>
            <a:ext cx="16361935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1) Team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2) Selected challenge / problem to be solved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3) Proposed solution / product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4) Level of completion. 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5) Customers / Users. Who are they? 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br>
              <a:rPr lang="en-US" sz="2400" dirty="0"/>
            </a:br>
            <a:endParaRPr lang="lt-LT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59E3B-F041-469A-A5C3-3A5C35E12F6D}"/>
              </a:ext>
            </a:extLst>
          </p:cNvPr>
          <p:cNvSpPr txBox="1"/>
          <p:nvPr/>
        </p:nvSpPr>
        <p:spPr>
          <a:xfrm>
            <a:off x="830489" y="571500"/>
            <a:ext cx="155429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MOST IMPORTANT: </a:t>
            </a:r>
            <a:r>
              <a:rPr lang="en-US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PRESENTATION (PITCH DECK) STRUCTURE</a:t>
            </a:r>
            <a:endParaRPr lang="lt-LT" sz="4000" b="1" dirty="0">
              <a:solidFill>
                <a:schemeClr val="bg2">
                  <a:lumMod val="25000"/>
                </a:schemeClr>
              </a:solidFill>
              <a:latin typeface="Canva Sans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36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248" y="771574"/>
            <a:ext cx="9525" cy="5366575"/>
          </a:xfrm>
          <a:custGeom>
            <a:avLst/>
            <a:gdLst/>
            <a:ahLst/>
            <a:cxnLst/>
            <a:rect l="l" t="t" r="r" b="b"/>
            <a:pathLst>
              <a:path w="9525" h="5366575">
                <a:moveTo>
                  <a:pt x="0" y="0"/>
                </a:moveTo>
                <a:lnTo>
                  <a:pt x="9525" y="0"/>
                </a:lnTo>
                <a:lnTo>
                  <a:pt x="9525" y="5366576"/>
                </a:lnTo>
                <a:lnTo>
                  <a:pt x="0" y="536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3032" y="1409700"/>
            <a:ext cx="16361935" cy="5067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7) Business model - Give investors a clear understanding of your business model, revenue streams, key partnerships, and how you plan to achieve profitability. So they can see that you have a clear path to success. </a:t>
            </a:r>
            <a:endParaRPr lang="en-US" sz="2400" dirty="0">
              <a:solidFill>
                <a:schemeClr val="bg2">
                  <a:lumMod val="25000"/>
                </a:schemeClr>
              </a:solidFill>
              <a:effectLst/>
            </a:endParaRP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8) Competitor analysis - Use this slide to show investors who your main competitors are and how your business will beat the competition.  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9) Next steps for implementation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2400" dirty="0"/>
            </a:br>
            <a:endParaRPr lang="lt-LT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59E3B-F041-469A-A5C3-3A5C35E12F6D}"/>
              </a:ext>
            </a:extLst>
          </p:cNvPr>
          <p:cNvSpPr txBox="1"/>
          <p:nvPr/>
        </p:nvSpPr>
        <p:spPr>
          <a:xfrm>
            <a:off x="830490" y="571500"/>
            <a:ext cx="145619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MOST IMPORTANT: </a:t>
            </a:r>
            <a:r>
              <a:rPr lang="en-US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PRESENTATION (PITCH DECK) STRUCTURE</a:t>
            </a:r>
            <a:endParaRPr lang="lt-LT" sz="4000" b="1" dirty="0">
              <a:solidFill>
                <a:schemeClr val="bg2">
                  <a:lumMod val="25000"/>
                </a:schemeClr>
              </a:solidFill>
              <a:latin typeface="Canva Sans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12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248" y="771574"/>
            <a:ext cx="9525" cy="5366575"/>
          </a:xfrm>
          <a:custGeom>
            <a:avLst/>
            <a:gdLst/>
            <a:ahLst/>
            <a:cxnLst/>
            <a:rect l="l" t="t" r="r" b="b"/>
            <a:pathLst>
              <a:path w="9525" h="5366575">
                <a:moveTo>
                  <a:pt x="0" y="0"/>
                </a:moveTo>
                <a:lnTo>
                  <a:pt x="9525" y="0"/>
                </a:lnTo>
                <a:lnTo>
                  <a:pt x="9525" y="5366576"/>
                </a:lnTo>
                <a:lnTo>
                  <a:pt x="0" y="536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3032" y="1409700"/>
            <a:ext cx="16361935" cy="2112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1) 3 min. for presenting the challenge and the chosen solution.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2) +2 min. for presenting the prototype implementation.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3) +3 minutes for questions and answers from the jury.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59E3B-F041-469A-A5C3-3A5C35E12F6D}"/>
              </a:ext>
            </a:extLst>
          </p:cNvPr>
          <p:cNvSpPr txBox="1"/>
          <p:nvPr/>
        </p:nvSpPr>
        <p:spPr>
          <a:xfrm>
            <a:off x="830490" y="571500"/>
            <a:ext cx="96089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MOST IMPORTANT : </a:t>
            </a:r>
            <a:r>
              <a:rPr lang="en-US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TIME CONSTRAINTS </a:t>
            </a:r>
            <a:endParaRPr lang="lt-LT" sz="4000" b="1" dirty="0">
              <a:solidFill>
                <a:schemeClr val="bg2">
                  <a:lumMod val="25000"/>
                </a:schemeClr>
              </a:solidFill>
              <a:latin typeface="Canva Sans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649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248" y="771574"/>
            <a:ext cx="9525" cy="5366575"/>
          </a:xfrm>
          <a:custGeom>
            <a:avLst/>
            <a:gdLst/>
            <a:ahLst/>
            <a:cxnLst/>
            <a:rect l="l" t="t" r="r" b="b"/>
            <a:pathLst>
              <a:path w="9525" h="5366575">
                <a:moveTo>
                  <a:pt x="0" y="0"/>
                </a:moveTo>
                <a:lnTo>
                  <a:pt x="9525" y="0"/>
                </a:lnTo>
                <a:lnTo>
                  <a:pt x="9525" y="5366576"/>
                </a:lnTo>
                <a:lnTo>
                  <a:pt x="0" y="536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3032" y="1409700"/>
            <a:ext cx="16361935" cy="2112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Make eye contact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Remember to pause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Don’t read from your slides!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59E3B-F041-469A-A5C3-3A5C35E12F6D}"/>
              </a:ext>
            </a:extLst>
          </p:cNvPr>
          <p:cNvSpPr txBox="1"/>
          <p:nvPr/>
        </p:nvSpPr>
        <p:spPr>
          <a:xfrm>
            <a:off x="830490" y="571500"/>
            <a:ext cx="96089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IMPORTANT BASICS: </a:t>
            </a:r>
          </a:p>
        </p:txBody>
      </p:sp>
    </p:spTree>
    <p:extLst>
      <p:ext uri="{BB962C8B-B14F-4D97-AF65-F5344CB8AC3E}">
        <p14:creationId xmlns:p14="http://schemas.microsoft.com/office/powerpoint/2010/main" val="335218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248" y="771574"/>
            <a:ext cx="9525" cy="5366575"/>
          </a:xfrm>
          <a:custGeom>
            <a:avLst/>
            <a:gdLst/>
            <a:ahLst/>
            <a:cxnLst/>
            <a:rect l="l" t="t" r="r" b="b"/>
            <a:pathLst>
              <a:path w="9525" h="5366575">
                <a:moveTo>
                  <a:pt x="0" y="0"/>
                </a:moveTo>
                <a:lnTo>
                  <a:pt x="9525" y="0"/>
                </a:lnTo>
                <a:lnTo>
                  <a:pt x="9525" y="5366576"/>
                </a:lnTo>
                <a:lnTo>
                  <a:pt x="0" y="536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3032" y="1409700"/>
            <a:ext cx="16361935" cy="5805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There’s always a ‘problem’! Articulate it so it resonates with your audience immediately. So, rather than simply stating the problem, try one of the techniques below: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Use a storytelling opening, e.g. ‘</a:t>
            </a:r>
            <a:r>
              <a:rPr lang="en-US" sz="2400" i="1" dirty="0"/>
              <a:t>Have you ever wished</a:t>
            </a:r>
            <a:r>
              <a:rPr lang="en-US" sz="2400" dirty="0"/>
              <a:t>…’ ‘</a:t>
            </a:r>
            <a:r>
              <a:rPr lang="en-US" sz="2400" i="1" dirty="0"/>
              <a:t>Do you remember when</a:t>
            </a:r>
            <a:r>
              <a:rPr lang="en-US" sz="2400" dirty="0"/>
              <a:t>…’ </a:t>
            </a:r>
            <a:r>
              <a:rPr lang="en-US" sz="2400" i="1" dirty="0"/>
              <a:t>Just imagine if </a:t>
            </a:r>
            <a:r>
              <a:rPr lang="en-US" sz="2400" dirty="0"/>
              <a:t>…’.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Share an anecdote (a short story) to draw the audience in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Ask a rhetorical question. It compels the audience to engage while they think of an answer.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Use a startling statistic relevant to your problem/solution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Contradict a universally accepted concept to get people’s attention.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Introduce a metaphor or analogy to help visualise the problem.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59E3B-F041-469A-A5C3-3A5C35E12F6D}"/>
              </a:ext>
            </a:extLst>
          </p:cNvPr>
          <p:cNvSpPr txBox="1"/>
          <p:nvPr/>
        </p:nvSpPr>
        <p:spPr>
          <a:xfrm>
            <a:off x="830490" y="571500"/>
            <a:ext cx="121997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b="1" dirty="0" err="1">
                <a:solidFill>
                  <a:schemeClr val="bg2">
                    <a:lumMod val="25000"/>
                  </a:schemeClr>
                </a:solidFill>
              </a:rPr>
              <a:t>Useful</a:t>
            </a:r>
            <a:r>
              <a:rPr lang="lt-LT" sz="4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4000" b="1" dirty="0" err="1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lt-LT" sz="4000" b="1" i="0" u="none" strike="noStrike" dirty="0" err="1">
                <a:solidFill>
                  <a:schemeClr val="bg2">
                    <a:lumMod val="25000"/>
                  </a:schemeClr>
                </a:solidFill>
                <a:effectLst/>
              </a:rPr>
              <a:t>dvise</a:t>
            </a:r>
            <a:r>
              <a:rPr lang="lt-LT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: </a:t>
            </a:r>
            <a:r>
              <a:rPr lang="en-US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What’s the ‘problem’ that you solve? </a:t>
            </a:r>
          </a:p>
        </p:txBody>
      </p:sp>
    </p:spTree>
    <p:extLst>
      <p:ext uri="{BB962C8B-B14F-4D97-AF65-F5344CB8AC3E}">
        <p14:creationId xmlns:p14="http://schemas.microsoft.com/office/powerpoint/2010/main" val="296221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248" y="771574"/>
            <a:ext cx="9525" cy="5366575"/>
          </a:xfrm>
          <a:custGeom>
            <a:avLst/>
            <a:gdLst/>
            <a:ahLst/>
            <a:cxnLst/>
            <a:rect l="l" t="t" r="r" b="b"/>
            <a:pathLst>
              <a:path w="9525" h="5366575">
                <a:moveTo>
                  <a:pt x="0" y="0"/>
                </a:moveTo>
                <a:lnTo>
                  <a:pt x="9525" y="0"/>
                </a:lnTo>
                <a:lnTo>
                  <a:pt x="9525" y="5366576"/>
                </a:lnTo>
                <a:lnTo>
                  <a:pt x="0" y="536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59E3B-F041-469A-A5C3-3A5C35E12F6D}"/>
              </a:ext>
            </a:extLst>
          </p:cNvPr>
          <p:cNvSpPr txBox="1"/>
          <p:nvPr/>
        </p:nvSpPr>
        <p:spPr>
          <a:xfrm>
            <a:off x="830490" y="571500"/>
            <a:ext cx="96089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b="1" dirty="0" err="1">
                <a:solidFill>
                  <a:schemeClr val="bg2">
                    <a:lumMod val="25000"/>
                  </a:schemeClr>
                </a:solidFill>
              </a:rPr>
              <a:t>Useful</a:t>
            </a:r>
            <a:r>
              <a:rPr lang="lt-LT" sz="4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4000" b="1" dirty="0" err="1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lt-LT" sz="4000" b="1" i="0" u="none" strike="noStrike" dirty="0" err="1">
                <a:solidFill>
                  <a:schemeClr val="bg2">
                    <a:lumMod val="25000"/>
                  </a:schemeClr>
                </a:solidFill>
                <a:effectLst/>
              </a:rPr>
              <a:t>dvise</a:t>
            </a:r>
            <a:r>
              <a:rPr lang="lt-LT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: </a:t>
            </a:r>
            <a:r>
              <a:rPr lang="en-US" sz="4000" b="1" dirty="0"/>
              <a:t>What’s your solution?</a:t>
            </a:r>
            <a:endParaRPr lang="en-US" sz="4000" b="1" i="0" u="none" strike="noStrike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EC2A1-673F-4B3D-A5F5-0C349E0EF66A}"/>
              </a:ext>
            </a:extLst>
          </p:cNvPr>
          <p:cNvSpPr txBox="1"/>
          <p:nvPr/>
        </p:nvSpPr>
        <p:spPr>
          <a:xfrm>
            <a:off x="857703" y="1333500"/>
            <a:ext cx="16734971" cy="4420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Be specific and make sure you give the key feature/s and the format of your solution (is it an app, a service, a tangible product etc.). State the function/advantage of your solution. A single sentence that crisply explains the value they’ll gain from your solution. This is also called the value proposition.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/>
              <a:t>Your USP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The USP (Unique Selling Proposition) is a marketing statement that differentiates your product/brand from its competitors.</a:t>
            </a:r>
            <a:endParaRPr lang="lt-LT" sz="2400" dirty="0"/>
          </a:p>
        </p:txBody>
      </p:sp>
    </p:spTree>
    <p:extLst>
      <p:ext uri="{BB962C8B-B14F-4D97-AF65-F5344CB8AC3E}">
        <p14:creationId xmlns:p14="http://schemas.microsoft.com/office/powerpoint/2010/main" val="2880688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248" y="771574"/>
            <a:ext cx="9525" cy="5366575"/>
          </a:xfrm>
          <a:custGeom>
            <a:avLst/>
            <a:gdLst/>
            <a:ahLst/>
            <a:cxnLst/>
            <a:rect l="l" t="t" r="r" b="b"/>
            <a:pathLst>
              <a:path w="9525" h="5366575">
                <a:moveTo>
                  <a:pt x="0" y="0"/>
                </a:moveTo>
                <a:lnTo>
                  <a:pt x="9525" y="0"/>
                </a:lnTo>
                <a:lnTo>
                  <a:pt x="9525" y="5366576"/>
                </a:lnTo>
                <a:lnTo>
                  <a:pt x="0" y="536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C41AD-BB15-4AFA-A99C-0E5DE4341F1A}"/>
              </a:ext>
            </a:extLst>
          </p:cNvPr>
          <p:cNvSpPr txBox="1"/>
          <p:nvPr/>
        </p:nvSpPr>
        <p:spPr>
          <a:xfrm>
            <a:off x="808718" y="1562100"/>
            <a:ext cx="16802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Almost always you’ll want to communicate what do you want to happen next? Are you looking for a second meeting, an introduction to someone else (a key decision maker etc.), an investment. Make sure there is a contact mechanism in place.</a:t>
            </a:r>
            <a:endParaRPr lang="lt-LT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13FB3-2D40-4285-BBCA-ED183ECCB42C}"/>
              </a:ext>
            </a:extLst>
          </p:cNvPr>
          <p:cNvSpPr txBox="1"/>
          <p:nvPr/>
        </p:nvSpPr>
        <p:spPr>
          <a:xfrm>
            <a:off x="808718" y="5715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b="1" dirty="0" err="1">
                <a:solidFill>
                  <a:schemeClr val="bg2">
                    <a:lumMod val="25000"/>
                  </a:schemeClr>
                </a:solidFill>
              </a:rPr>
              <a:t>Useful</a:t>
            </a:r>
            <a:r>
              <a:rPr lang="lt-LT" sz="4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4000" b="1" dirty="0" err="1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lt-LT" sz="4000" b="1" i="0" u="none" strike="noStrike" dirty="0" err="1">
                <a:solidFill>
                  <a:schemeClr val="bg2">
                    <a:lumMod val="25000"/>
                  </a:schemeClr>
                </a:solidFill>
                <a:effectLst/>
              </a:rPr>
              <a:t>dvise</a:t>
            </a:r>
            <a:r>
              <a:rPr lang="lt-LT" sz="40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: </a:t>
            </a:r>
            <a:r>
              <a:rPr lang="en-US" sz="4000" b="1" i="0" u="none" strike="noStrike" dirty="0">
                <a:effectLst/>
                <a:latin typeface="Corbel" panose="020B0503020204020204" pitchFamily="34" charset="0"/>
              </a:rPr>
              <a:t>Call to action </a:t>
            </a:r>
            <a:endParaRPr lang="lt-LT" sz="4000" dirty="0"/>
          </a:p>
        </p:txBody>
      </p:sp>
    </p:spTree>
    <p:extLst>
      <p:ext uri="{BB962C8B-B14F-4D97-AF65-F5344CB8AC3E}">
        <p14:creationId xmlns:p14="http://schemas.microsoft.com/office/powerpoint/2010/main" val="1746472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248" y="771574"/>
            <a:ext cx="9525" cy="5366575"/>
          </a:xfrm>
          <a:custGeom>
            <a:avLst/>
            <a:gdLst/>
            <a:ahLst/>
            <a:cxnLst/>
            <a:rect l="l" t="t" r="r" b="b"/>
            <a:pathLst>
              <a:path w="9525" h="5366575">
                <a:moveTo>
                  <a:pt x="0" y="0"/>
                </a:moveTo>
                <a:lnTo>
                  <a:pt x="9525" y="0"/>
                </a:lnTo>
                <a:lnTo>
                  <a:pt x="9525" y="5366576"/>
                </a:lnTo>
                <a:lnTo>
                  <a:pt x="0" y="536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7659DA-2A61-47D6-9FC0-00C8878CA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2400"/>
            <a:ext cx="13304399" cy="9982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3CD615-1123-42D4-8E5A-C5EF4165B0A6}"/>
              </a:ext>
            </a:extLst>
          </p:cNvPr>
          <p:cNvSpPr txBox="1"/>
          <p:nvPr/>
        </p:nvSpPr>
        <p:spPr>
          <a:xfrm>
            <a:off x="685800" y="771574"/>
            <a:ext cx="373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2400" b="1" dirty="0" err="1">
                <a:solidFill>
                  <a:schemeClr val="bg2">
                    <a:lumMod val="25000"/>
                  </a:schemeClr>
                </a:solidFill>
              </a:rPr>
              <a:t>Useful</a:t>
            </a:r>
            <a:r>
              <a:rPr lang="lt-LT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b="1" dirty="0" err="1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lt-LT" sz="2400" b="1" i="0" u="none" strike="noStrike" dirty="0" err="1">
                <a:solidFill>
                  <a:schemeClr val="bg2">
                    <a:lumMod val="25000"/>
                  </a:schemeClr>
                </a:solidFill>
                <a:effectLst/>
              </a:rPr>
              <a:t>dvise</a:t>
            </a:r>
            <a:r>
              <a:rPr lang="lt-LT" sz="2400" b="1" i="0" u="none" strike="noStrike" dirty="0">
                <a:solidFill>
                  <a:schemeClr val="bg2">
                    <a:lumMod val="25000"/>
                  </a:schemeClr>
                </a:solidFill>
                <a:effectLst/>
              </a:rPr>
              <a:t>: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Making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of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a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business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model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canvas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– a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task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that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could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aid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you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in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the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preparation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for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your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lt-LT" sz="2400" dirty="0" err="1">
                <a:solidFill>
                  <a:schemeClr val="bg2">
                    <a:lumMod val="25000"/>
                  </a:schemeClr>
                </a:solidFill>
              </a:rPr>
              <a:t>pitch</a:t>
            </a:r>
            <a:r>
              <a:rPr lang="lt-LT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260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248" y="771574"/>
            <a:ext cx="9525" cy="5366575"/>
          </a:xfrm>
          <a:custGeom>
            <a:avLst/>
            <a:gdLst/>
            <a:ahLst/>
            <a:cxnLst/>
            <a:rect l="l" t="t" r="r" b="b"/>
            <a:pathLst>
              <a:path w="9525" h="5366575">
                <a:moveTo>
                  <a:pt x="0" y="0"/>
                </a:moveTo>
                <a:lnTo>
                  <a:pt x="9525" y="0"/>
                </a:lnTo>
                <a:lnTo>
                  <a:pt x="9525" y="5366576"/>
                </a:lnTo>
                <a:lnTo>
                  <a:pt x="0" y="536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E07EE-CB07-4A64-95D9-1A33374947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0" y="771574"/>
            <a:ext cx="4702384" cy="13390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F33BFA3-72E5-421B-9115-424D2624F1C0}"/>
              </a:ext>
            </a:extLst>
          </p:cNvPr>
          <p:cNvSpPr txBox="1"/>
          <p:nvPr/>
        </p:nvSpPr>
        <p:spPr>
          <a:xfrm>
            <a:off x="914400" y="2705100"/>
            <a:ext cx="926477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3200" b="1" dirty="0"/>
              <a:t>Erika Keršytė</a:t>
            </a:r>
          </a:p>
          <a:p>
            <a:r>
              <a:rPr lang="lt-LT" sz="2400" dirty="0"/>
              <a:t> </a:t>
            </a:r>
          </a:p>
          <a:p>
            <a:r>
              <a:rPr lang="lt-LT" sz="2400" dirty="0" err="1"/>
              <a:t>Technology</a:t>
            </a:r>
            <a:r>
              <a:rPr lang="lt-LT" sz="2400" dirty="0"/>
              <a:t> </a:t>
            </a:r>
            <a:r>
              <a:rPr lang="lt-LT" sz="2400" dirty="0" err="1"/>
              <a:t>Transfer</a:t>
            </a:r>
            <a:r>
              <a:rPr lang="lt-LT" sz="2400" dirty="0"/>
              <a:t> Office</a:t>
            </a:r>
          </a:p>
          <a:p>
            <a:r>
              <a:rPr lang="lt-LT" sz="2400" dirty="0" err="1"/>
              <a:t>Knowledge</a:t>
            </a:r>
            <a:r>
              <a:rPr lang="lt-LT" sz="2400" dirty="0"/>
              <a:t> </a:t>
            </a:r>
            <a:r>
              <a:rPr lang="lt-LT" sz="2400" dirty="0" err="1"/>
              <a:t>and</a:t>
            </a:r>
            <a:r>
              <a:rPr lang="lt-LT" sz="2400" dirty="0"/>
              <a:t> </a:t>
            </a:r>
            <a:r>
              <a:rPr lang="lt-LT" sz="2400" dirty="0" err="1"/>
              <a:t>Technology</a:t>
            </a:r>
            <a:r>
              <a:rPr lang="lt-LT" sz="2400" dirty="0"/>
              <a:t> </a:t>
            </a:r>
            <a:r>
              <a:rPr lang="lt-LT" sz="2400" dirty="0" err="1"/>
              <a:t>Transfer</a:t>
            </a:r>
            <a:r>
              <a:rPr lang="lt-LT" sz="2400" dirty="0"/>
              <a:t> Centre</a:t>
            </a:r>
          </a:p>
          <a:p>
            <a:r>
              <a:rPr lang="lt-LT" sz="2400" dirty="0"/>
              <a:t>Vilnius Gediminas </a:t>
            </a:r>
            <a:r>
              <a:rPr lang="lt-LT" sz="2400" dirty="0" err="1"/>
              <a:t>Technical</a:t>
            </a:r>
            <a:r>
              <a:rPr lang="lt-LT" sz="2400" dirty="0"/>
              <a:t> University - VILNIUS TECH</a:t>
            </a:r>
          </a:p>
          <a:p>
            <a:r>
              <a:rPr lang="lt-LT" sz="2400" dirty="0"/>
              <a:t> </a:t>
            </a:r>
          </a:p>
          <a:p>
            <a:r>
              <a:rPr lang="lt-LT" sz="2400" dirty="0"/>
              <a:t>Saulėtekio al. 11, SRC 806 kab., LT10223, Vilnius</a:t>
            </a:r>
          </a:p>
          <a:p>
            <a:r>
              <a:rPr lang="lt-LT" sz="2400" dirty="0" err="1"/>
              <a:t>Email</a:t>
            </a:r>
            <a:r>
              <a:rPr lang="lt-LT" sz="2400" dirty="0"/>
              <a:t>: </a:t>
            </a:r>
            <a:r>
              <a:rPr lang="lt-LT" sz="2400" dirty="0" err="1"/>
              <a:t>erika.kersyte@vilniustech.lt</a:t>
            </a:r>
            <a:r>
              <a:rPr lang="lt-LT" sz="2400" dirty="0"/>
              <a:t> </a:t>
            </a:r>
          </a:p>
          <a:p>
            <a:r>
              <a:rPr lang="lt-LT" sz="2400" dirty="0" err="1"/>
              <a:t>Interoffice</a:t>
            </a:r>
            <a:r>
              <a:rPr lang="lt-LT" sz="2400" dirty="0"/>
              <a:t> </a:t>
            </a:r>
            <a:r>
              <a:rPr lang="lt-LT" sz="2400" dirty="0" err="1"/>
              <a:t>no</a:t>
            </a:r>
            <a:r>
              <a:rPr lang="lt-LT" sz="2400" dirty="0"/>
              <a:t>. 9540; mob. +370 6142477</a:t>
            </a:r>
          </a:p>
          <a:p>
            <a:r>
              <a:rPr lang="lt-LT" dirty="0"/>
              <a:t> </a:t>
            </a:r>
          </a:p>
          <a:p>
            <a:r>
              <a:rPr lang="lt-L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297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1206</TotalTime>
  <Words>537</Words>
  <Application>Microsoft Office PowerPoint</Application>
  <PresentationFormat>Custom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Corbel</vt:lpstr>
      <vt:lpstr>Arial</vt:lpstr>
      <vt:lpstr>Calibri</vt:lpstr>
      <vt:lpstr>Calibri Light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VILNIUS TECH presentation UK v1.3.pptx</dc:title>
  <dc:creator>Jelena Kabulova</dc:creator>
  <cp:lastModifiedBy>Erika Keršytė</cp:lastModifiedBy>
  <cp:revision>44</cp:revision>
  <dcterms:created xsi:type="dcterms:W3CDTF">2006-08-16T00:00:00Z</dcterms:created>
  <dcterms:modified xsi:type="dcterms:W3CDTF">2026-06-05T08:18:06Z</dcterms:modified>
  <dc:identifier>DAGSg2RKSVs</dc:identifier>
</cp:coreProperties>
</file>